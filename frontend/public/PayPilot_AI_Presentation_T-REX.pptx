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88720" y="1005840"/>
            <a:ext cx="2011680" cy="38404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</a:defRPr>
            </a:pPr>
            <a:r>
              <a:t>⚡ TEAM T-REX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55448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0F172A"/>
                </a:solidFill>
              </a:defRPr>
            </a:pPr>
            <a:r>
              <a:t>PayPilot AI</a:t>
            </a:r>
          </a:p>
          <a:p>
            <a:pPr>
              <a:spcBef>
                <a:spcPts val="600"/>
              </a:spcBef>
              <a:defRPr sz="2000" b="1">
                <a:solidFill>
                  <a:srgbClr val="4F46E5"/>
                </a:solidFill>
              </a:defRPr>
            </a:pPr>
            <a:r>
              <a:t>Autonomous Payroll, Statutory Compliance &amp; HR Intelligence Platform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</a:defRPr>
            </a:pPr>
            <a:r>
              <a:t>Deterministic AI Pre-Flight Audit • Google Teachable Machine Face Punch-In • Razorpay Integration • FY 2026-27 Tax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3931920"/>
            <a:ext cx="978408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4114800"/>
            <a:ext cx="9235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475569"/>
                </a:solidFill>
              </a:defRPr>
            </a:pPr>
            <a:r>
              <a:t>PROJECT TEAM MEMBERS &amp; ROLES</a:t>
            </a:r>
          </a:p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👤  Abijith A S               — Lead AI Engineer &amp; Full-Stack Systems Architect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👤  Akshay Krishna S   — Lead Product Engineer &amp; Statutory Engine Architect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201168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INDUSTRY CHALLENGES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0" y="502920"/>
            <a:ext cx="182880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TEAM T-REX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The Payroll &amp; Compliance Crisis in Indian Enterprises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</a:defRPr>
            </a:pPr>
            <a:r>
              <a:t>Why manual spreadsheets and legacy HRMS systems cause severe financial and legal liabilities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29184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938528"/>
            <a:ext cx="3255264" cy="73152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28346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1. Statutory Penalties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EPFO, ESIC &amp; Income Tax Audits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42% of Indian startups face statutory notices due to erroneous EPF 12% calculation against statutory caps.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Union Budget FY 2026-27 revised Section 115BAC slabs with standard deduction ₹75,000 causing widespread TDS errors.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Professional Tax (PT) rules differ across states (Karnataka, Maharashtra, etc.) causing non-compliance fines.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Severe interest penalties (12-24% p.a.) for delayed or inaccurate monthly return filings.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29184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07408" y="1938528"/>
            <a:ext cx="3255264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103120"/>
            <a:ext cx="28346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2. Financial Leakage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Payroll Discrepancies &amp; Anomalies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Negative net payout violations under Payment of Wages Act (deductions exceeding 50% limit).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Loss of Pay (LOP) disconnect: Unapproved employee absences logged in biometric systems fail to reflect in salary ledger.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Salary spike anomalies: Duplicate bonuses or rogue increments slip through without maker-checker signoff.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Lack of pre-flight validation gates before corporate bank disbursement files are released.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920240"/>
            <a:ext cx="329184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65008" y="1938528"/>
            <a:ext cx="3255264" cy="7315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103120"/>
            <a:ext cx="28346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3. Biometric Inefficiencies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Proxy Attendance &amp; Fragmented Ops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Buddy punching &amp; fraudulent manual punch cards in hybrid and distributed office settings.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Legacy biometric hardware requires expensive maintenance and complex on-premise cabling.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No direct machine learning link between employee face recognition and monthly payroll deduction.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Fragmented contractor invoices, reimbursement expense claims, and tax proof filing chaos.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201168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THE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0" y="502920"/>
            <a:ext cx="182880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TEAM T-REX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PayPilot AI: Autonomous, End-to-End Enterprise HCM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</a:defRPr>
            </a:pPr>
            <a:r>
              <a:t>An intelligent ecosystem unifying deterministic mathematical audits with edge computer 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46888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938528"/>
            <a:ext cx="2432304" cy="7315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20116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AI Payroll Auditor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Mathematical Pre-Flight Gate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Deterministic 4-phase rule validation before funds release.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Flags salary spikes (&gt;30%), negative payouts, and missing KYC.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Enforces 50% statutory ceiling under Payment of Wages Act.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Zero false-positive hallucination (100% mathematical rules).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920240"/>
            <a:ext cx="246888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93008" y="1938528"/>
            <a:ext cx="2432304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103120"/>
            <a:ext cx="20116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Edge Face Punch-In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Google Teachable Machine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Browser-based edge AI neural network for employee check-in.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Trained custom vision model (Abijith &amp; Akshay detection).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Automatic LOP calculation connected directly to salary ledger.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Zero hardware purchase required (runs on any webcam/phone).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246888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6208" y="1938528"/>
            <a:ext cx="2432304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103120"/>
            <a:ext cx="20116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Statutory Engine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Budget FY 2026-27 Compliant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Revised Section 115BAC new tax regime &amp; Section 87A rebate.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Automatic EPF (12%), ESIC (0.75%/3.25%), and PT deduction.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1-click #~# EPFO ECR text export ready for Unified Portal.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Form 16 Part A/B generation &amp; monthly verified payslip PDF.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920240"/>
            <a:ext cx="246888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79408" y="1938528"/>
            <a:ext cx="2432304" cy="73152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2103120"/>
            <a:ext cx="20116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Enterprise FinOps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Billing &amp; Global Workforce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Integrated Razorpay gateway with backend HMAC-SHA256 crypto.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Automated expense claims with GST receipt audits &amp; advances.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Tax Vault Form 12BB regime comparator (Old vs New).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Global contractor compliance with W-8BEN and TDS 194J/C.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201168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TECHNICAL HIGHLIGHTS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0" y="502920"/>
            <a:ext cx="182880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TEAM T-REX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Deep Engineering &amp; Breakthrough Features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</a:defRPr>
            </a:pPr>
            <a:r>
              <a:t>Proprietary innovations implemented by Team T-REX in PayPilot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2011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938528"/>
            <a:ext cx="5084064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1. Teachable Machine Edge AI Face Recognition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Real-Time Browser Neural Network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Integrated custom Google Teachable Machine model URL with fallback multi-class loader.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Webcam live feed canvas processing with cosine similarity confidence score (threshold &gt; 85%).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Automatic attendance punch record logged to backend with geofence validation and time stamp.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120640" cy="2011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36208" y="1938528"/>
            <a:ext cx="5084064" cy="73152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10312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2. Deterministic AI Pre-Flight Auditor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Zero-Hallucination Discrepancy Gate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Pre-flight gate scanning 100% of employee roster for 4 critical failure modes.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Spike Detection (&gt;30% variance), Negative Net Pay, Absence vs LOP mismatch, Bank IFSC sanity.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Withholds unverified banking export generation until maker-checker admin signoff.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5120640" cy="2011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808" y="4224528"/>
            <a:ext cx="5084064" cy="7315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38912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3. Zero-Trust Razorpay Gateway &amp; Webhook Engine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Instant Commercial SaaS Activation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Backend order generation via live Razorpay Orders REST API (key_id: rzp_test_ix2MK7zqiggJX7).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Cryptographic HMAC-SHA256 constant-time signature verification (order_id + '|' + payment_id).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Celebratory success feedback with instant plan tier activation and GST tax invoice generation.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206240"/>
            <a:ext cx="5120640" cy="2011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36208" y="4224528"/>
            <a:ext cx="5084064" cy="7315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38912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4. Apple Cupertino Design System &amp; Glassmorphism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Taste-Skill &amp; 21st UI Specification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SF Pro / Plus Jakarta Sans typography stack with refined geometric tracking and font smoothing.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Cupertino acrylic materials (backdrop-blur-xl, saturate-180%, hairline border-black/[0.06]).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macOS Sequoia-style categorized sidebar and Spotlight command palette (Cmd+K).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201168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ENGINEERING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0" y="502920"/>
            <a:ext cx="182880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TEAM T-REX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End-to-End Technology Stack &amp; Multi-Tier Topology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</a:defRPr>
            </a:pPr>
            <a:r>
              <a:t>Built with high-performance, enterprise-grade open source frameworks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29184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938528"/>
            <a:ext cx="3255264" cy="7315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28346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Frontend Tier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High-Velocity Client Experience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React 19 &amp; TypeScript 5.7: Strict typing, modern component lifecycle, zero runtime crashes.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Tailwind CSS v4: Bespoke Apple Cupertino design tokens, glassmorphic blur, responsive grid.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TensorFlow.js / Teachable Machine: Client-side edge neural network computer vision.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Recharts &amp; Lucide React: Interactive analytics, salary forecasting, and SVG iconography.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Vite 6.2: Sub-second HMR and optimized production bundling.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29184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07408" y="1938528"/>
            <a:ext cx="3255264" cy="7315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103120"/>
            <a:ext cx="28346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Backend &amp; Logic Tier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Deterministic Statutory Engine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FastAPI (Python 3.13): Asynchronous REST API with OpenAPI documentation and auto validation.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SQLAlchemy ORM: Relational database schema models with multi-tenant company isolation.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Statutory Rule Enclave: Codified Indian tax rules (Section 115BAC, EPF, ESIC, PT slabs).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HMAC-SHA256 Cryptography: Payment signature validation and server-side webhook handler.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Pytest Suite: 30 automated unit tests ensuring 100% calculation reliability.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920240"/>
            <a:ext cx="329184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65008" y="1938528"/>
            <a:ext cx="3255264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103120"/>
            <a:ext cx="28346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Data &amp; Security Tier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Zero-Trust Compliance Standard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SQLite / PostgreSQL: ACID-compliant transactional persistence with audit log trail.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Role-Based Access Control (RBAC): Strict isolation between Owner, Admin, and Employee.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Zero Client Secret Policy: Gateway private keys and secrets reside strictly on backend.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Export Engine: One-click EPFO ECR format, HDFC Enet CSV, and ICICI CIB batch templates.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DPDP Act 2023 &amp; WCAG 2.1 AA Compliant.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201168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IMPACT &amp; FUTURE HORIZON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0" y="502920"/>
            <a:ext cx="182880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TEAM T-REX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Project Impact, Achievements &amp; Future Roadmap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</a:defRPr>
            </a:pPr>
            <a:r>
              <a:t>Transforming enterprise compensation management from reactive stress into automated clarity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938528"/>
            <a:ext cx="5084064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46634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Measurable Results &amp; Outcomes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Empirical benchmarks achieved by PayPilot AI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100% Statutory Reconciled: Zero EPF/ESIC/PT calculation errors across seeded test batches.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₹0 Unbilled Absence Leakage: Automatic biometrics-to-LOP payroll deduction sync.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&lt; 10 Seconds Face Punch-In: Rapid edge AI recognition with zero physical contact or queues.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30/30 Unit Tests Passing: Exhaustive verification across payroll, auth, auditor &amp; webhooks.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Complete SaaS Readiness: Razorpay payment gateway, automated invoicing, and multi-tenant isolation.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Audited Codebase: Built following Antigravity Pro multi-agent harness engineering protocols.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120640" cy="29260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36208" y="1938528"/>
            <a:ext cx="5084064" cy="7315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103120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Future Development Roadmap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🚀  Phase 1: Direct EPFO &amp; Income Tax TRACES API handshake for zero-touch return filing.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🚀  Phase 2: Multi-Currency &amp; Cross-Border Payouts via Stripe/Wise for international contractors.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🚀  Phase 3: Automated WhatsApp Payslip Delivery with encrypted PDF PIN protection.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🚀  Phase 4: Mobile Native App (React Native/Flutter) for on-field geofenced attendance tracking.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5029200"/>
            <a:ext cx="5120640" cy="11887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07492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Thank You!  •  Questions &amp; Answers</a:t>
            </a:r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</a:defRPr>
            </a:pPr>
            <a:r>
              <a:t>Presented by Team T-REX  |  Abijith A S &amp; Akshay Krishna 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PayPilot AI Enterprise SaaS  •  FY 2026-27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